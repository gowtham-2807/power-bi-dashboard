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Delayed vs On-Time Orders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Delayed Orders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390</c:v>
                </c:pt>
                <c:pt idx="2">
                  <c:v>460</c:v>
                </c:pt>
                <c:pt idx="3">
                  <c:v>510</c:v>
                </c:pt>
                <c:pt idx="4">
                  <c:v>580</c:v>
                </c:pt>
                <c:pt idx="5">
                  <c:v>630</c:v>
                </c:pt>
                <c:pt idx="6">
                  <c:v>710</c:v>
                </c:pt>
                <c:pt idx="7">
                  <c:v>780</c:v>
                </c:pt>
                <c:pt idx="8">
                  <c:v>820</c:v>
                </c:pt>
                <c:pt idx="9">
                  <c:v>760</c:v>
                </c:pt>
                <c:pt idx="10">
                  <c:v>670</c:v>
                </c:pt>
                <c:pt idx="11">
                  <c:v>590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75-49CF-9F8E-1DE015346C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On-Time Orders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7200</c:v>
                </c:pt>
                <c:pt idx="1">
                  <c:v>7100</c:v>
                </c:pt>
                <c:pt idx="2">
                  <c:v>7500</c:v>
                </c:pt>
                <c:pt idx="3">
                  <c:v>8100</c:v>
                </c:pt>
                <c:pt idx="4">
                  <c:v>8900</c:v>
                </c:pt>
                <c:pt idx="5">
                  <c:v>9200</c:v>
                </c:pt>
                <c:pt idx="6">
                  <c:v>9800</c:v>
                </c:pt>
                <c:pt idx="7">
                  <c:v>10200</c:v>
                </c:pt>
                <c:pt idx="8">
                  <c:v>9900</c:v>
                </c:pt>
                <c:pt idx="9">
                  <c:v>9600</c:v>
                </c:pt>
                <c:pt idx="10">
                  <c:v>8700</c:v>
                </c:pt>
                <c:pt idx="11">
                  <c:v>8100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A75-49CF-9F8E-1DE015346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92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822960"/>
            <a:ext cx="2286000" cy="2286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38160" y="640080"/>
            <a:ext cx="1645920" cy="1645920"/>
          </a:xfrm>
          <a:prstGeom prst="ellipse">
            <a:avLst/>
          </a:prstGeom>
          <a:solidFill>
            <a:srgbClr val="243655"/>
          </a:solidFill>
          <a:ln w="12700">
            <a:solidFill>
              <a:srgbClr val="2436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3474720"/>
            <a:ext cx="2560320" cy="256032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SHOPNEST STORE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4572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880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27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2278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ShopNest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753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5753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22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9227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Orders · Ratings · Delays · Payment Methods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42702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Framework to Build the ShopNest Store Power BI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344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773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questions &amp; KPI objectives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624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clean &amp; structure 9 datasets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3630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3767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star schema relationships in Power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00600" y="1344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1481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1371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Usage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1773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measures: Revenue, Delays, Ratings, YoY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441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00600" y="2487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2624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6928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2916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visuals, slicers &amp; UX best practices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84448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00600" y="3630168"/>
            <a:ext cx="749808" cy="868680"/>
          </a:xfrm>
          <a:prstGeom prst="roundRect">
            <a:avLst>
              <a:gd name="adj" fmla="val 731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3767328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69280" y="3657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4059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Problem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Business Questions &amp; Goals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ShopNest has no unified view of sales performance, delayed orders, and customer ratings across 9 separate data 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7685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2585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 across multiple systems — no single source of truth to track KPIs like delayed orders, top categories, or payment trends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cannot identify which product categories drive revenue or which states have the highest/lowest sales in real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1071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3924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makes it impossible to drill from state-level sales down to product-level ratings and seasonal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Objective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37083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that gives ShopNest a real-time interactive view of Revenue, Orders, Delays, Ratings, and State-wise Sales — enabling faster decisions and clear identification of top/bottom performing categories and regions.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Data Preparation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Cleaning &amp; Transforming the 9 Datasets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271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8862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 tables: Customers, Geolocation, Orders, Order Items, Payments, Reviews, Products, Sellers, Product Categories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2016–2018 | Market: Portugal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orders with lat/lng geolocation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in English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2710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 (Power Query)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3977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null rows from all tables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 columns: order_purchase, estimated_delivery, actual_delivery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IsDelayed column: actual &gt; estimated delivery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product_category_name_english for readable labels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114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236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Data Types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38862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Date | Price → Decimal | Qty → Whole Number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→ Whole Number (1–5)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→ Text | Customer State → 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Value → Decimal Number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206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32369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 to Add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584448"/>
            <a:ext cx="39776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IsDelayed = IF(actual_delivery &gt; estimated_delivery, 1, 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= YEAR(order_purchase_timestamp)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= 'Q' &amp; ROUNDUP(MONTH(Date)/3, 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= SUM(price) + SUM(freight_value)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Source Data Snapshot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Structure from 9 Source Files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7863840" cy="274320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Customer 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Is Delayed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Review 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Payment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Billing Qty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beleza_saude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$45.90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$4.2M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RJ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relogios_presentes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$120.00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boleto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$5.1M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cama_mesa_banho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$89.50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esporte_lazer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$55.00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voucher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$2.1M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informatica_acess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$220.00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debit_card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$4.6M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ORD-0006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moveis_decoracao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$310.00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$3.9M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Tables: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91640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691640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496312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96312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300984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300984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105656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105656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910328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10328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715000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15000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19672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519672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324344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324344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129016" y="41605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129016" y="4178808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Data Modelling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Star Schema in 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01168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2710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47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Quarter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93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340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Year (H1/H2)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2011680" cy="3108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" y="2825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401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895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 Prefix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23444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 &amp; Fact_OrderItems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· Customer ID · Product 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25694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ID · Payment 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2990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Freight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410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· Is Delayed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192024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0" y="338328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17920" y="338328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58000" y="12344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58000" y="1234440"/>
            <a:ext cx="201168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31152" y="12710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67728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7728" y="1847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Name (EN)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67728" y="2093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/ Dimensions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2340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Qty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27889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858000" y="2788920"/>
            <a:ext cx="201168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931152" y="2825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67728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67728" y="3401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67728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67728" y="3895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 Prefix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1-to-Many Relationships (Orders as Fact, all others as Dimensions)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– DAX Usage (Part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Measures for Revenue, Delays, Ratings &amp; YoY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042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SUMX(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Order_items,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Order_items[price]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Order_items[freight_value]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price + freight across all order line items. Drives KPI card and YoY.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73168" y="1042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Orders 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9888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Delayed Orders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COUNTROWS(Orders),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Orders[IsDelayed]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73168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rows where actual delivery exceeded estimated delivery date.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96312" y="29718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96312" y="2971800"/>
            <a:ext cx="420624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06040" y="30083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355848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Rating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AVERAGEX(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Reviews[review_score]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4507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 average of review scores 1–5. Shown in KPI card (target ≥ 4.0).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0931CA41-0C5C-56C3-2E4A-7C5FD8D5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" y="0"/>
            <a:ext cx="913141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– Monthly Trend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Metrics Changed 2016 → 2018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8595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041648"/>
            <a:ext cx="8595360" cy="82296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11480" y="4114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09651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peak: Delayed orders spike to 820 — likely tied to holiday demand surge. On-Time orders peak at 10.2K in Aug. Q4 sees recovery as logistics improve. Seasonal pattern consistent across 2016–2018.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– Business Insights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Order-Level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0624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| ⚡ REVENUE DRIVER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36776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beleza_saude: $1.3M — #1 category, consistently top seller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relogios_presentes &amp; cama_mesa_banho round out top 3 ($1.2M, $1.0M)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Prioritize inventory &amp; promotions for top 3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73168" y="1280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ORDERS | ⚠ LOGISTICS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636776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7,830 delayed orders out of 99K total (~7.9% delay rate)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pet_shop, portateis_cozinha, portateis_casa lead in delays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shipping SLA agreements for high-delay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971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RATINGS | ✓ QUALITY BENCHMARK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328416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rating: 4.07 / 5.0 — above target benchmark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rated 4.5–5.0, bottom 10 below 2.5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Investigate bottom-rated product fulfillment issues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73168" y="2971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| 🔴 CRITICAL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3328416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$0.1M (2016) → $7.1M (2017) → $8.6M (2018)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seasonal peak every year — Q4 slight dip pattern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Maintain ≥$10M run rate in 2019 via retention programs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1069</Words>
  <Application>Microsoft Office PowerPoint</Application>
  <PresentationFormat>On-screen Show (16:9)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ShopNest Store Power BI Dashboard</dc:title>
  <dc:subject>PptxGenJS Presentation</dc:subject>
  <dc:creator>Data Analytics Team</dc:creator>
  <cp:lastModifiedBy>Gowtham.V</cp:lastModifiedBy>
  <cp:revision>3</cp:revision>
  <dcterms:created xsi:type="dcterms:W3CDTF">2026-06-14T17:17:30Z</dcterms:created>
  <dcterms:modified xsi:type="dcterms:W3CDTF">2026-06-14T17:41:39Z</dcterms:modified>
</cp:coreProperties>
</file>